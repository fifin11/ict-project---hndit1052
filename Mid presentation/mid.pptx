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4" r:id="rId6"/>
  </p:sldIdLst>
  <p:sldSz cx="14630400" cy="8229600"/>
  <p:notesSz cx="8229600" cy="146304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Merriweather Bold" panose="00000800000000000000" pitchFamily="2" charset="0"/>
      <p:bold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Bold" pitchFamily="2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743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hyperlink" Target="../html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../Database.accdb" TargetMode="External"/><Relationship Id="rId5" Type="http://schemas.openxmlformats.org/officeDocument/2006/relationships/hyperlink" Target="https://docs.google.com/spreadsheets/d/1u_I8lqsBQEgydOwzdHMg-Fcz3JPDvWmrO0FnLJlV_RM/edit?usp=drive_link" TargetMode="External"/><Relationship Id="rId4" Type="http://schemas.openxmlformats.org/officeDocument/2006/relationships/hyperlink" Target="https://docs.google.com/forms/d/e/1FAIpQLScHIuUTGSQ9VIs8kT1ZfQN-iplKy0In4-x9h7Xm-2qNXtOxwA/viewform?usp=sharing" TargetMode="External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050488"/>
            <a:ext cx="7415927" cy="42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QR-Based Job Record and Management System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5679400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Innovative solution for Deshapriya Motors' growing business needs.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676560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4037" y="7024688"/>
            <a:ext cx="6645265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Dineth Dilanka (</a:t>
            </a:r>
            <a:r>
              <a:rPr lang="en-US" sz="20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RAT/IT/2324/F/0017</a:t>
            </a:r>
            <a:r>
              <a:rPr lang="en-US" sz="24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)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68191"/>
            <a:ext cx="666785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Business Background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1219081" y="1910001"/>
            <a:ext cx="30480" cy="5551408"/>
          </a:xfrm>
          <a:prstGeom prst="roundRect">
            <a:avLst>
              <a:gd name="adj" fmla="val 340200"/>
            </a:avLst>
          </a:prstGeom>
          <a:solidFill>
            <a:srgbClr val="E5BEB2"/>
          </a:solidFill>
          <a:ln/>
        </p:spPr>
      </p:sp>
      <p:sp>
        <p:nvSpPr>
          <p:cNvPr id="5" name="Shape 2"/>
          <p:cNvSpPr/>
          <p:nvPr/>
        </p:nvSpPr>
        <p:spPr>
          <a:xfrm>
            <a:off x="1481554" y="245006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E5BEB2"/>
          </a:solidFill>
          <a:ln/>
        </p:spPr>
      </p:sp>
      <p:sp>
        <p:nvSpPr>
          <p:cNvPr id="6" name="Shape 3"/>
          <p:cNvSpPr/>
          <p:nvPr/>
        </p:nvSpPr>
        <p:spPr>
          <a:xfrm>
            <a:off x="956608" y="21876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9489" y="2280166"/>
            <a:ext cx="16966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2592110" y="21568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Established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92110" y="2690693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Authorized dealership of David Pieris Motor Company.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481554" y="4514493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E5BEB2"/>
          </a:solidFill>
          <a:ln/>
        </p:spPr>
      </p:sp>
      <p:sp>
        <p:nvSpPr>
          <p:cNvPr id="11" name="Shape 8"/>
          <p:cNvSpPr/>
          <p:nvPr/>
        </p:nvSpPr>
        <p:spPr>
          <a:xfrm>
            <a:off x="956608" y="42520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2224" y="4344591"/>
            <a:ext cx="224076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2592110" y="422124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Services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92110" y="4755118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Maintenance for motorcycles, three-wheelers, and Bajaj Qute.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481554" y="657891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E5BEB2"/>
          </a:solidFill>
          <a:ln/>
        </p:spPr>
      </p:sp>
      <p:sp>
        <p:nvSpPr>
          <p:cNvPr id="16" name="Shape 13"/>
          <p:cNvSpPr/>
          <p:nvPr/>
        </p:nvSpPr>
        <p:spPr>
          <a:xfrm>
            <a:off x="956608" y="631650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15240">
            <a:solidFill>
              <a:srgbClr val="E5BE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9486" y="6409015"/>
            <a:ext cx="209669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2592110" y="628566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Growth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592110" y="6819543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employees and daily jobs.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83124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Expected Outcomes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2324933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3188970"/>
            <a:ext cx="344566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Operational Efficiency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864037" y="3722846"/>
            <a:ext cx="44372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job tracking and management.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542" y="2324933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71542" y="318897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Enhanced Accuracy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5671542" y="3722846"/>
            <a:ext cx="44372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Precise recording of job details.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37" y="5253514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4037" y="611755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</a:rPr>
              <a:t>Record Keeping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864037" y="6651427"/>
            <a:ext cx="44372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Based decision making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542" y="5253514"/>
            <a:ext cx="617220" cy="617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71542" y="6117550"/>
            <a:ext cx="332839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Employee Motivation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>
            <a:off x="5671542" y="6651427"/>
            <a:ext cx="44372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incentive calculations.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B14DA26-4DAD-BD18-99FD-EA1AE5E5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1042" y="0"/>
            <a:ext cx="3542586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64037" y="2598063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Progress Made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80635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Collection &amp; </a:t>
            </a:r>
          </a:p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QR Integration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/>
              </a:rPr>
              <a:t>Google Forms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Sheets implemented.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5"/>
              </a:rPr>
              <a:t> QR generation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links established.</a:t>
            </a:r>
            <a:endParaRPr lang="en-US" sz="1900" dirty="0"/>
          </a:p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29640" y="376041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</a:rPr>
              <a:t>Data Integration and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</a:rPr>
              <a:t>Database Development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675496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6" action="ppaction://hlinkfile"/>
              </a:rPr>
              <a:t>Microsoft Access 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created.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86689"/>
            <a:ext cx="354258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Website Mockup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Demonstration of How the Display 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would look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985974-FFE2-31F7-EC41-975662CF383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0473" y="5409367"/>
            <a:ext cx="2030819" cy="20308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AEF352-0513-95DB-AA19-1B102D2171A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9640" y="5465595"/>
            <a:ext cx="2030819" cy="2030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05E36A-4A8C-43A6-808E-3C7B64BD5B7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81354" y="5409366"/>
            <a:ext cx="2030819" cy="2030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CCE452D8-924D-3CCA-3699-5C84FBB2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293" y="10835"/>
            <a:ext cx="3657600" cy="82296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7092" y="707588"/>
            <a:ext cx="7072432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Questions and Discussion</a:t>
            </a:r>
            <a:endParaRPr lang="en-US" sz="4300" dirty="0"/>
          </a:p>
        </p:txBody>
      </p:sp>
      <p:sp>
        <p:nvSpPr>
          <p:cNvPr id="13" name="Shape 10"/>
          <p:cNvSpPr/>
          <p:nvPr/>
        </p:nvSpPr>
        <p:spPr>
          <a:xfrm>
            <a:off x="5760106" y="6500823"/>
            <a:ext cx="6767792" cy="1283851"/>
          </a:xfrm>
          <a:prstGeom prst="roundRect">
            <a:avLst>
              <a:gd name="adj" fmla="val 720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4300" b="1" dirty="0">
                <a:solidFill>
                  <a:srgbClr val="002060"/>
                </a:solidFill>
                <a:latin typeface="Merriweather Bold" pitchFamily="34" charset="0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142</Words>
  <Application>Microsoft Office PowerPoint</Application>
  <PresentationFormat>Custom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Merriweather Bold</vt:lpstr>
      <vt:lpstr>Arial</vt:lpstr>
      <vt:lpstr>Calibri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Dineth Dilanka</cp:lastModifiedBy>
  <cp:revision>18</cp:revision>
  <dcterms:created xsi:type="dcterms:W3CDTF">2024-10-27T03:18:59Z</dcterms:created>
  <dcterms:modified xsi:type="dcterms:W3CDTF">2024-12-17T06:16:02Z</dcterms:modified>
</cp:coreProperties>
</file>